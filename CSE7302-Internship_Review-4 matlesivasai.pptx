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54" d="100"/>
          <a:sy n="54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 Shankar J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 TECH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Ms.Nisha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Robin Rohit 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SOFTWARE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1327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Matle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Siva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20221CBC0034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8CBC-01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Rail Wheel Factory (RWF) is a premier industrial unit under </a:t>
            </a:r>
            <a:r>
              <a:rPr lang="en-US" b="1" dirty="0"/>
              <a:t>Indian Railways</a:t>
            </a:r>
            <a:r>
              <a:rPr lang="en-US" dirty="0"/>
              <a:t>, located in </a:t>
            </a:r>
            <a:r>
              <a:rPr lang="en-US" b="1" dirty="0"/>
              <a:t>Yelahanka, Bengaluru</a:t>
            </a:r>
            <a:r>
              <a:rPr lang="en-US" dirty="0"/>
              <a:t>. Established in </a:t>
            </a:r>
            <a:r>
              <a:rPr lang="en-US" b="1" dirty="0"/>
              <a:t>1984</a:t>
            </a:r>
            <a:r>
              <a:rPr lang="en-US" dirty="0"/>
              <a:t>, the organization specializes in the </a:t>
            </a:r>
            <a:r>
              <a:rPr lang="en-US" b="1" dirty="0"/>
              <a:t>manufacturing of railway wheels, axles, and wheelsets</a:t>
            </a:r>
            <a:r>
              <a:rPr lang="en-US" dirty="0"/>
              <a:t> used in passenger coaches, freight wagons, and locomotives across the Indian Railways network.</a:t>
            </a:r>
          </a:p>
          <a:p>
            <a:r>
              <a:rPr lang="en-US" dirty="0"/>
              <a:t>RWF plays a critical role in supporting India’s railway infrastructure by producing high-quality components that meet strict </a:t>
            </a:r>
            <a:r>
              <a:rPr lang="en-US" b="1" dirty="0"/>
              <a:t>safety, durability, and performance standards</a:t>
            </a:r>
            <a:r>
              <a:rPr lang="en-US" dirty="0"/>
              <a:t>. The factory follows advanced </a:t>
            </a:r>
            <a:r>
              <a:rPr lang="en-US" b="1" dirty="0"/>
              <a:t>metallurgical processes</a:t>
            </a:r>
            <a:r>
              <a:rPr lang="en-US" dirty="0"/>
              <a:t>, precision machining, heat treatment, and rigorous quality inspection procedures to ensure reliability and compliance with national and international specifications.</a:t>
            </a:r>
          </a:p>
          <a:p>
            <a:r>
              <a:rPr lang="en-US" dirty="0"/>
              <a:t>The organization emphasizes </a:t>
            </a:r>
            <a:r>
              <a:rPr lang="en-US" b="1" dirty="0"/>
              <a:t>engineering excellence, operational efficiency, and continuous improvement</a:t>
            </a:r>
            <a:r>
              <a:rPr lang="en-US" dirty="0"/>
              <a:t>, while also adopting modern manufacturing practices and automation. Rail Wheel Factory contributes significantly to the </a:t>
            </a:r>
            <a:r>
              <a:rPr lang="en-US" b="1" dirty="0"/>
              <a:t>self-reliance (</a:t>
            </a:r>
            <a:r>
              <a:rPr lang="en-US" b="1" dirty="0" err="1"/>
              <a:t>Atmanirbhar</a:t>
            </a:r>
            <a:r>
              <a:rPr lang="en-US" b="1" dirty="0"/>
              <a:t> Bharat)</a:t>
            </a:r>
            <a:r>
              <a:rPr lang="en-US" dirty="0"/>
              <a:t> initiative by reducing dependency on imports for critical railway components.</a:t>
            </a:r>
          </a:p>
          <a:p>
            <a:r>
              <a:rPr lang="en-US" dirty="0"/>
              <a:t>The internship environment at Rail Wheel Factory provides practical exposure to </a:t>
            </a:r>
            <a:r>
              <a:rPr lang="en-US" b="1" dirty="0"/>
              <a:t>real-world industrial operations</a:t>
            </a:r>
            <a:r>
              <a:rPr lang="en-US" dirty="0"/>
              <a:t>, allowing students to understand manufacturing workflows, quality assurance systems, safety protocols, and organizational discipline under the guidance of experienced railway engineers and technical officers.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Assigned Domain:</a:t>
            </a:r>
            <a:r>
              <a:rPr lang="en-US" dirty="0"/>
              <a:t> Software Development</a:t>
            </a:r>
          </a:p>
          <a:p>
            <a:r>
              <a:rPr lang="en-US" dirty="0"/>
              <a:t>The internship focused on developing web-based applications for internal systems at </a:t>
            </a:r>
            <a:r>
              <a:rPr lang="en-US" b="1" dirty="0"/>
              <a:t>Rail Wheel Factory</a:t>
            </a:r>
            <a:r>
              <a:rPr lang="en-US" dirty="0"/>
              <a:t>. The work involved </a:t>
            </a:r>
            <a:r>
              <a:rPr lang="en-US" b="1" dirty="0"/>
              <a:t>frontend development using React JS</a:t>
            </a:r>
            <a:r>
              <a:rPr lang="en-US" dirty="0"/>
              <a:t>, </a:t>
            </a:r>
            <a:r>
              <a:rPr lang="en-US" b="1" dirty="0"/>
              <a:t>backend data handling using SQL</a:t>
            </a:r>
            <a:r>
              <a:rPr lang="en-US" dirty="0"/>
              <a:t>, and </a:t>
            </a:r>
            <a:r>
              <a:rPr lang="en-US" b="1" dirty="0"/>
              <a:t>API management</a:t>
            </a:r>
            <a:r>
              <a:rPr lang="en-US" dirty="0"/>
              <a:t> for smooth communication between application layers.</a:t>
            </a:r>
          </a:p>
          <a:p>
            <a:r>
              <a:rPr lang="en-US" dirty="0"/>
              <a:t>The intern worked on building responsive user interfaces, integrating REST APIs, managing database queries, and ensuring efficient data flow between frontend and backend systems.</a:t>
            </a:r>
          </a:p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dirty="0"/>
              <a:t>Frontend: React JS</a:t>
            </a:r>
          </a:p>
          <a:p>
            <a:r>
              <a:rPr lang="en-US" dirty="0"/>
              <a:t>Backend / Database: SQL</a:t>
            </a:r>
          </a:p>
          <a:p>
            <a:r>
              <a:rPr lang="en-US" dirty="0"/>
              <a:t>API Management: REST APIs, Postman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internship work was carried out as part of a </a:t>
            </a:r>
            <a:r>
              <a:rPr lang="en-US" b="1" dirty="0"/>
              <a:t>software development team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Team Members: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Jeevan Kishore N</a:t>
            </a:r>
          </a:p>
          <a:p>
            <a:pPr marL="0" indent="0">
              <a:buNone/>
            </a:pPr>
            <a:r>
              <a:rPr lang="en-US" dirty="0"/>
              <a:t>   Nithin K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Matle</a:t>
            </a:r>
            <a:r>
              <a:rPr lang="en-US" dirty="0"/>
              <a:t> Siva Sai</a:t>
            </a:r>
          </a:p>
          <a:p>
            <a:pPr marL="0" indent="0">
              <a:buNone/>
            </a:pPr>
            <a:r>
              <a:rPr lang="en-US" b="1" dirty="0"/>
              <a:t>Reporting Manager:</a:t>
            </a:r>
            <a:br>
              <a:rPr lang="en-US" dirty="0"/>
            </a:br>
            <a:r>
              <a:rPr lang="en-US" dirty="0"/>
              <a:t>The intern reported to </a:t>
            </a:r>
            <a:r>
              <a:rPr lang="en-US" b="1" dirty="0"/>
              <a:t>Apparao</a:t>
            </a:r>
            <a:r>
              <a:rPr lang="en-US" dirty="0"/>
              <a:t>, a </a:t>
            </a:r>
            <a:r>
              <a:rPr lang="en-US" b="1" dirty="0"/>
              <a:t>Senior Software Developer</a:t>
            </a:r>
            <a:r>
              <a:rPr lang="en-US" dirty="0"/>
              <a:t> at Rail Wheel Factory, who was responsible for assigning tasks, guiding development activities, and overseeing overall work management throughout the internship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One of the initial challenges was understanding the </a:t>
            </a:r>
            <a:r>
              <a:rPr lang="en-US" b="1" dirty="0"/>
              <a:t>existing system architecture</a:t>
            </a:r>
            <a:r>
              <a:rPr lang="en-US" dirty="0"/>
              <a:t> and adapting to a professional work environment.</a:t>
            </a:r>
            <a:br>
              <a:rPr lang="en-US" dirty="0"/>
            </a:br>
            <a:r>
              <a:rPr lang="en-US" dirty="0"/>
              <a:t>Technical challenges included learning and applying </a:t>
            </a:r>
            <a:r>
              <a:rPr lang="en-US" b="1" dirty="0"/>
              <a:t>React JS</a:t>
            </a:r>
            <a:r>
              <a:rPr lang="en-US" dirty="0"/>
              <a:t>, writing optimized </a:t>
            </a:r>
            <a:r>
              <a:rPr lang="en-US" b="1" dirty="0"/>
              <a:t>SQL queries</a:t>
            </a:r>
            <a:r>
              <a:rPr lang="en-US" dirty="0"/>
              <a:t>, and managing </a:t>
            </a:r>
            <a:r>
              <a:rPr lang="en-US" b="1" dirty="0"/>
              <a:t>API integrations</a:t>
            </a:r>
            <a:r>
              <a:rPr lang="en-US" dirty="0"/>
              <a:t> effectively.</a:t>
            </a:r>
            <a:br>
              <a:rPr lang="en-US" dirty="0"/>
            </a:br>
            <a:r>
              <a:rPr lang="en-US" dirty="0"/>
              <a:t>Additionally, coordinating tasks within the team and following structured development and documentation practices required continuous improvement.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develop user-friendly web interfaces using </a:t>
            </a:r>
            <a:r>
              <a:rPr lang="en-US" altLang="en-US" b="1" dirty="0">
                <a:latin typeface="Arial" panose="020B0604020202020204" pitchFamily="34" charset="0"/>
              </a:rPr>
              <a:t>React JS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manage and process application data efficiently using </a:t>
            </a:r>
            <a:r>
              <a:rPr lang="en-US" altLang="en-US" b="1" dirty="0">
                <a:latin typeface="Arial" panose="020B0604020202020204" pitchFamily="34" charset="0"/>
              </a:rPr>
              <a:t>SQL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integrate and manage </a:t>
            </a:r>
            <a:r>
              <a:rPr lang="en-US" altLang="en-US" b="1" dirty="0">
                <a:latin typeface="Arial" panose="020B0604020202020204" pitchFamily="34" charset="0"/>
              </a:rPr>
              <a:t>REST APIs</a:t>
            </a:r>
            <a:r>
              <a:rPr lang="en-US" altLang="en-US" dirty="0">
                <a:latin typeface="Arial" panose="020B0604020202020204" pitchFamily="34" charset="0"/>
              </a:rPr>
              <a:t> for smooth frontend–backend communication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support digitalization and improve internal software workflows at </a:t>
            </a:r>
            <a:r>
              <a:rPr lang="en-US" altLang="en-US" b="1" dirty="0">
                <a:latin typeface="Arial" panose="020B0604020202020204" pitchFamily="34" charset="0"/>
              </a:rPr>
              <a:t>Rail Wheel Factory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Before development, existing solutions and technologies were studied:</a:t>
            </a:r>
          </a:p>
          <a:p>
            <a:r>
              <a:rPr lang="en-US" dirty="0"/>
              <a:t>Internal management systems used in industries</a:t>
            </a:r>
          </a:p>
          <a:p>
            <a:r>
              <a:rPr lang="en-US" dirty="0"/>
              <a:t>Web application architecture models</a:t>
            </a:r>
          </a:p>
          <a:p>
            <a:r>
              <a:rPr lang="en-US" dirty="0"/>
              <a:t>React-based UI systems</a:t>
            </a:r>
          </a:p>
          <a:p>
            <a:r>
              <a:rPr lang="en-US" dirty="0"/>
              <a:t>Database-driven workflow automation</a:t>
            </a:r>
          </a:p>
          <a:p>
            <a:r>
              <a:rPr lang="en-US" dirty="0"/>
              <a:t>API-based system integration</a:t>
            </a:r>
          </a:p>
          <a:p>
            <a:r>
              <a:rPr lang="en-US" dirty="0"/>
              <a:t>This study helped design an efficient and scalable solution.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/>
              <a:t>The proposed system aims to:</a:t>
            </a:r>
          </a:p>
          <a:p>
            <a:r>
              <a:rPr lang="en-IN" dirty="0"/>
              <a:t>Digitize internal workflow processes</a:t>
            </a:r>
          </a:p>
          <a:p>
            <a:r>
              <a:rPr lang="en-IN" dirty="0"/>
              <a:t>Provide user-friendly dashboards</a:t>
            </a:r>
          </a:p>
          <a:p>
            <a:r>
              <a:rPr lang="en-IN" dirty="0"/>
              <a:t>Enable secure data handling</a:t>
            </a:r>
          </a:p>
          <a:p>
            <a:r>
              <a:rPr lang="en-IN" dirty="0"/>
              <a:t>Improve accessibility of records</a:t>
            </a:r>
          </a:p>
          <a:p>
            <a:r>
              <a:rPr lang="en-IN" dirty="0"/>
              <a:t>Automate manual data tracking</a:t>
            </a:r>
          </a:p>
          <a:p>
            <a:r>
              <a:rPr lang="en-IN" dirty="0"/>
              <a:t>The system integrates frontend UI, backend database, and APIs.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Problem Statement - 01</a:t>
            </a:r>
            <a:br>
              <a:rPr lang="en-US" dirty="0"/>
            </a:br>
            <a:r>
              <a:rPr lang="en-US" dirty="0"/>
              <a:t>The existing internal software systems at </a:t>
            </a:r>
            <a:r>
              <a:rPr lang="en-US" b="1" dirty="0"/>
              <a:t>Rail Wheel Factory (RWF)</a:t>
            </a:r>
            <a:r>
              <a:rPr lang="en-US" dirty="0"/>
              <a:t> support operational workflows but have limitations in terms of </a:t>
            </a:r>
            <a:r>
              <a:rPr lang="en-US" b="1" dirty="0"/>
              <a:t>user interface design, ease of navigation, and workflow efficiency</a:t>
            </a:r>
            <a:r>
              <a:rPr lang="en-US" dirty="0"/>
              <a:t>. Some modules rely on outdated UI structures, making it difficult for users to access information quickly and perform tasks efficiently.</a:t>
            </a:r>
          </a:p>
          <a:p>
            <a:r>
              <a:rPr lang="en-US" dirty="0"/>
              <a:t>Manual data handling and limited integration between modules can lead to delays, redundant work, and increased chances of operational errors.</a:t>
            </a:r>
          </a:p>
          <a:p>
            <a:r>
              <a:rPr lang="en-US" dirty="0"/>
              <a:t>Therefore, there is a need to </a:t>
            </a:r>
            <a:r>
              <a:rPr lang="en-US" b="1" dirty="0"/>
              <a:t>enhance and modernize the existing system</a:t>
            </a:r>
            <a:r>
              <a:rPr lang="en-US" dirty="0"/>
              <a:t> by:</a:t>
            </a:r>
          </a:p>
          <a:p>
            <a:r>
              <a:rPr lang="en-US" dirty="0"/>
              <a:t>Improving </a:t>
            </a:r>
            <a:r>
              <a:rPr lang="en-US" b="1" dirty="0"/>
              <a:t>UI/UX design</a:t>
            </a:r>
            <a:r>
              <a:rPr lang="en-US" dirty="0"/>
              <a:t> for better usability and accessibility</a:t>
            </a:r>
          </a:p>
          <a:p>
            <a:r>
              <a:rPr lang="en-US" dirty="0"/>
              <a:t>Developing responsive web interfaces</a:t>
            </a:r>
          </a:p>
          <a:p>
            <a:r>
              <a:rPr lang="en-US" dirty="0"/>
              <a:t>Integrating improved data workflows</a:t>
            </a:r>
          </a:p>
          <a:p>
            <a:r>
              <a:rPr lang="en-US" dirty="0"/>
              <a:t>Reducing manual intervention</a:t>
            </a:r>
          </a:p>
          <a:p>
            <a:r>
              <a:rPr lang="en-US" dirty="0"/>
              <a:t>Providing faster and clearer data access</a:t>
            </a:r>
          </a:p>
          <a:p>
            <a:r>
              <a:rPr lang="en-US" dirty="0"/>
              <a:t>The project focuses on </a:t>
            </a:r>
            <a:r>
              <a:rPr lang="en-US" b="1" dirty="0"/>
              <a:t>upgrading and developing system modules</a:t>
            </a:r>
            <a:r>
              <a:rPr lang="en-US" dirty="0"/>
              <a:t> to improve overall operational efficiency and user experience within RWF’s internal software environment.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Hardware Requirements</a:t>
            </a:r>
          </a:p>
          <a:p>
            <a:r>
              <a:rPr lang="en-IN" dirty="0"/>
              <a:t>Computer System with </a:t>
            </a:r>
            <a:r>
              <a:rPr lang="en-IN" b="1" dirty="0"/>
              <a:t>minimum Intel i3 processor or higher</a:t>
            </a:r>
            <a:endParaRPr lang="en-IN" dirty="0"/>
          </a:p>
          <a:p>
            <a:r>
              <a:rPr lang="en-IN" b="1" dirty="0"/>
              <a:t>Minimum 12 GB RAM</a:t>
            </a:r>
            <a:r>
              <a:rPr lang="en-IN" dirty="0"/>
              <a:t> recommended for smooth development and testing</a:t>
            </a:r>
          </a:p>
          <a:p>
            <a:r>
              <a:rPr lang="en-IN" dirty="0"/>
              <a:t>Stable </a:t>
            </a:r>
            <a:r>
              <a:rPr lang="en-IN" b="1" dirty="0"/>
              <a:t>Internet connectivity</a:t>
            </a:r>
            <a:endParaRPr lang="en-IN" dirty="0"/>
          </a:p>
          <a:p>
            <a:r>
              <a:rPr lang="en-IN" dirty="0"/>
              <a:t>Server system or cloud server for hosting applications</a:t>
            </a:r>
          </a:p>
          <a:p>
            <a:r>
              <a:rPr lang="en-IN" b="1" dirty="0"/>
              <a:t>Dedicated graphics card not required</a:t>
            </a:r>
            <a:r>
              <a:rPr lang="en-IN" dirty="0"/>
              <a:t>, as the system focuses on web application development</a:t>
            </a:r>
          </a:p>
          <a:p>
            <a:r>
              <a:rPr lang="en-IN" b="1" dirty="0"/>
              <a:t>Software Requirements</a:t>
            </a:r>
          </a:p>
          <a:p>
            <a:r>
              <a:rPr lang="en-IN" dirty="0"/>
              <a:t>React JS (Frontend development)</a:t>
            </a:r>
          </a:p>
          <a:p>
            <a:r>
              <a:rPr lang="en-IN" dirty="0"/>
              <a:t>SQL Database (Data storage and management)</a:t>
            </a:r>
          </a:p>
          <a:p>
            <a:r>
              <a:rPr lang="en-IN" dirty="0"/>
              <a:t>Node.js / Backend APIs</a:t>
            </a:r>
          </a:p>
          <a:p>
            <a:r>
              <a:rPr lang="en-IN" dirty="0"/>
              <a:t>Postman (API testing)</a:t>
            </a:r>
          </a:p>
          <a:p>
            <a:r>
              <a:rPr lang="en-IN" dirty="0"/>
              <a:t>Web browsers (Chrome, Edge, Firefox, etc.)</a:t>
            </a:r>
          </a:p>
          <a:p>
            <a:r>
              <a:rPr lang="en-IN" dirty="0"/>
              <a:t>Code editor (VS Code or similar IDE)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Faster workflow execution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Improved data accessibility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Reduced manual errors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User-friendly interface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Scalable and maintainable system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Supports future expansion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System Design</a:t>
            </a:r>
          </a:p>
          <a:p>
            <a:r>
              <a:rPr lang="en-IN" b="1" dirty="0"/>
              <a:t>System Design Overview</a:t>
            </a:r>
            <a:endParaRPr lang="en-IN" dirty="0"/>
          </a:p>
          <a:p>
            <a:r>
              <a:rPr lang="en-IN" dirty="0"/>
              <a:t>The developed system follows a </a:t>
            </a:r>
            <a:r>
              <a:rPr lang="en-IN" b="1" dirty="0"/>
              <a:t>three-tier architecture</a:t>
            </a:r>
            <a:r>
              <a:rPr lang="en-IN" dirty="0"/>
              <a:t> to ensure scalability, maintainability, and efficient data processing.</a:t>
            </a:r>
          </a:p>
          <a:p>
            <a:r>
              <a:rPr lang="en-IN" b="1" dirty="0"/>
              <a:t>1. Presentation Layer (Frontend)</a:t>
            </a:r>
            <a:endParaRPr lang="en-IN" dirty="0"/>
          </a:p>
          <a:p>
            <a:r>
              <a:rPr lang="en-IN" dirty="0"/>
              <a:t>Developed using </a:t>
            </a:r>
            <a:r>
              <a:rPr lang="en-IN" b="1" dirty="0"/>
              <a:t>React JS</a:t>
            </a:r>
            <a:endParaRPr lang="en-IN" dirty="0"/>
          </a:p>
          <a:p>
            <a:r>
              <a:rPr lang="en-IN" dirty="0"/>
              <a:t>Provides responsive user interfaces and dashboards</a:t>
            </a:r>
          </a:p>
          <a:p>
            <a:r>
              <a:rPr lang="en-IN" dirty="0"/>
              <a:t>Handles user input and displays data dynamically</a:t>
            </a:r>
          </a:p>
          <a:p>
            <a:r>
              <a:rPr lang="en-IN" b="1" dirty="0"/>
              <a:t>2. Application Layer (API / Backend)</a:t>
            </a:r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REST APIs</a:t>
            </a:r>
            <a:r>
              <a:rPr lang="en-IN" dirty="0"/>
              <a:t> to manage communication between frontend and database</a:t>
            </a:r>
          </a:p>
          <a:p>
            <a:r>
              <a:rPr lang="en-IN" dirty="0"/>
              <a:t>Processes user requests and performs business logic</a:t>
            </a:r>
          </a:p>
          <a:p>
            <a:r>
              <a:rPr lang="en-IN" dirty="0"/>
              <a:t>Ensures secure and structured data exchange</a:t>
            </a:r>
          </a:p>
          <a:p>
            <a:r>
              <a:rPr lang="en-IN" b="1" dirty="0"/>
              <a:t>3. Data Layer (Database)</a:t>
            </a:r>
            <a:endParaRPr lang="en-IN" dirty="0"/>
          </a:p>
          <a:p>
            <a:r>
              <a:rPr lang="en-IN" b="1" dirty="0"/>
              <a:t>SQL database</a:t>
            </a:r>
            <a:r>
              <a:rPr lang="en-IN" dirty="0"/>
              <a:t> used for storing and managing application data</a:t>
            </a:r>
          </a:p>
          <a:p>
            <a:r>
              <a:rPr lang="en-IN" dirty="0"/>
              <a:t>Handles data retrieval, updates, and storage operations</a:t>
            </a:r>
          </a:p>
          <a:p>
            <a:r>
              <a:rPr lang="en-IN" dirty="0"/>
              <a:t>Maintains data integrity and reliability</a:t>
            </a:r>
          </a:p>
          <a:p>
            <a:r>
              <a:rPr lang="en-IN" b="1" dirty="0"/>
              <a:t>System Workflow:</a:t>
            </a:r>
            <a:br>
              <a:rPr lang="en-IN" dirty="0"/>
            </a:br>
            <a:r>
              <a:rPr lang="en-IN" dirty="0"/>
              <a:t>User → React Interface → API Request → SQL Database → Response → Display to User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↑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• Functional testing of the React user interface components</a:t>
            </a:r>
            <a:br>
              <a:rPr lang="en-IN" dirty="0"/>
            </a:br>
            <a:r>
              <a:rPr lang="en-IN" dirty="0"/>
              <a:t>• Verification of REST API communication using Postman</a:t>
            </a:r>
            <a:br>
              <a:rPr lang="en-IN" dirty="0"/>
            </a:br>
            <a:r>
              <a:rPr lang="en-IN" dirty="0"/>
              <a:t>• Validation of SQL database operations (insert, update, retrieve)</a:t>
            </a:r>
            <a:br>
              <a:rPr lang="en-IN" dirty="0"/>
            </a:br>
            <a:r>
              <a:rPr lang="en-IN" dirty="0"/>
              <a:t>• Cross-browser testing to ensure proper UI responsiveness</a:t>
            </a:r>
            <a:br>
              <a:rPr lang="en-IN" dirty="0"/>
            </a:br>
            <a:r>
              <a:rPr lang="en-IN" dirty="0"/>
              <a:t>• Debugging and fixing errors to improve system stability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internship at Rail Wheel Factory provided valuable exposure to real-world software development practices and industrial workflows.</a:t>
            </a:r>
          </a:p>
          <a:p>
            <a:r>
              <a:rPr lang="en-US" dirty="0"/>
              <a:t>During the internship, web application modules were developed using </a:t>
            </a:r>
            <a:r>
              <a:rPr lang="en-US" b="1" dirty="0"/>
              <a:t>React JS, REST APIs, and SQL databases</a:t>
            </a:r>
            <a:r>
              <a:rPr lang="en-US" dirty="0"/>
              <a:t> to improve internal system usability and workflow efficiency.</a:t>
            </a:r>
          </a:p>
          <a:p>
            <a:r>
              <a:rPr lang="en-US" dirty="0"/>
              <a:t>Key outcomes of the work include: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• Development of responsive and user-friendly interfaces</a:t>
            </a:r>
            <a:br>
              <a:rPr lang="en-US" dirty="0"/>
            </a:br>
            <a:r>
              <a:rPr lang="en-US" dirty="0"/>
              <a:t>• Efficient handling of application data through SQL databases</a:t>
            </a:r>
            <a:br>
              <a:rPr lang="en-US" dirty="0"/>
            </a:br>
            <a:r>
              <a:rPr lang="en-US" dirty="0"/>
              <a:t>• Integration of APIs for seamless communication between system components</a:t>
            </a:r>
            <a:br>
              <a:rPr lang="en-US" dirty="0"/>
            </a:br>
            <a:r>
              <a:rPr lang="en-US" dirty="0"/>
              <a:t>• Improved understanding of software architecture and development lifecycle</a:t>
            </a:r>
          </a:p>
          <a:p>
            <a:r>
              <a:rPr lang="en-US" dirty="0"/>
              <a:t>Overall, the internship enhanced technical skills, teamwork, and practical problem-solving abilities while contributing to the modernization of internal digital systems.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• Official React JS Documentation – </a:t>
            </a:r>
            <a:r>
              <a:rPr lang="en-IN" dirty="0">
                <a:hlinkClick r:id="rId2"/>
              </a:rPr>
              <a:t>https://react.dev</a:t>
            </a:r>
            <a:br>
              <a:rPr lang="en-IN" dirty="0"/>
            </a:br>
            <a:r>
              <a:rPr lang="en-IN" dirty="0"/>
              <a:t>• Node.js Documentation – </a:t>
            </a:r>
            <a:r>
              <a:rPr lang="en-IN" dirty="0">
                <a:hlinkClick r:id="rId3"/>
              </a:rPr>
              <a:t>https://nodejs.org</a:t>
            </a:r>
            <a:br>
              <a:rPr lang="en-IN" dirty="0"/>
            </a:br>
            <a:r>
              <a:rPr lang="en-IN" dirty="0"/>
              <a:t>• SQL Database Documentation</a:t>
            </a:r>
            <a:br>
              <a:rPr lang="en-IN" dirty="0"/>
            </a:br>
            <a:r>
              <a:rPr lang="en-IN" dirty="0"/>
              <a:t>• REST API Development Guides</a:t>
            </a:r>
            <a:br>
              <a:rPr lang="en-IN" dirty="0"/>
            </a:br>
            <a:r>
              <a:rPr lang="en-IN" dirty="0"/>
              <a:t>• Internal project documentation and guidance from Rail Wheel Factory development team</a:t>
            </a:r>
            <a:br>
              <a:rPr lang="en-IN" dirty="0"/>
            </a:br>
            <a:r>
              <a:rPr lang="en-IN" dirty="0"/>
              <a:t>• Learning resources and development tools such as </a:t>
            </a:r>
            <a:r>
              <a:rPr lang="en-IN" b="1" dirty="0"/>
              <a:t>Postman and Visual Studio 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The source code and project repositories developed during the internship at </a:t>
            </a:r>
            <a:r>
              <a:rPr lang="en-US" b="1" dirty="0"/>
              <a:t>Rail Wheel Factory</a:t>
            </a:r>
            <a:r>
              <a:rPr lang="en-US" dirty="0"/>
              <a:t> are maintained under organizational access control and are protected by confidentiality policies.</a:t>
            </a:r>
            <a:br>
              <a:rPr lang="en-US" dirty="0"/>
            </a:br>
            <a:r>
              <a:rPr lang="en-US" dirty="0"/>
              <a:t>Due to </a:t>
            </a:r>
            <a:r>
              <a:rPr lang="en-US" b="1" dirty="0"/>
              <a:t>security and Non-Disclosure Agreement (NDA) restrictions</a:t>
            </a:r>
            <a:r>
              <a:rPr lang="en-US" dirty="0"/>
              <a:t>, the GitHub repositories and implementation details are </a:t>
            </a:r>
            <a:r>
              <a:rPr lang="en-US" b="1" dirty="0"/>
              <a:t>not publicly accessible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7039</TotalTime>
  <Words>1433</Words>
  <Application>Microsoft Office PowerPoint</Application>
  <PresentationFormat>Widescreen</PresentationFormat>
  <Paragraphs>169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harshitha thamatam</cp:lastModifiedBy>
  <cp:revision>723</cp:revision>
  <dcterms:created xsi:type="dcterms:W3CDTF">2022-10-14T07:18:17Z</dcterms:created>
  <dcterms:modified xsi:type="dcterms:W3CDTF">2026-04-08T08:13:25Z</dcterms:modified>
</cp:coreProperties>
</file>